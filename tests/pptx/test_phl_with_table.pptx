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1"/>
          </p:cNvGraphicFramePr>
          <p:nvPr>
            <p:ph/>
          </p:nvPr>
        </p:nvGraphicFramePr>
        <p:xfrm rot="-0">
          <a:off x="251460" y="251460"/>
          <a:ext cx="3677194" cy="3154680"/>
        </p:xfrm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735438"/>
                <a:gridCol w="735438"/>
                <a:gridCol w="735438"/>
                <a:gridCol w="735438"/>
                <a:gridCol w="735438"/>
              </a:tblGrid>
              <a:tr h="1051560">
                <a:tc>
                  <a:txBody>
                    <a:bodyPr/>
                    <a:lstStyle/>
                    <a:p>
                      <a:pPr algn="r"/>
                      <a:r>
                        <a:t>Sepal.Length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Sepal.Width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Petal.Length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Petal.Width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Species</a:t>
                      </a:r>
                    </a:p>
                  </a:txBody>
                </a:tc>
              </a:tr>
              <a:tr h="1051560">
                <a:tc>
                  <a:txBody>
                    <a:bodyPr/>
                    <a:lstStyle/>
                    <a:p>
                      <a:pPr algn="r"/>
                      <a:r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  <a:tr h="1051560">
                <a:tc>
                  <a:txBody>
                    <a:bodyPr/>
                    <a:lstStyle/>
                    <a:p>
                      <a:pPr algn="r"/>
                      <a:r>
                        <a:t>5.0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  <a:tr h="1051560">
                <a:tc>
                  <a:txBody>
                    <a:bodyPr/>
                    <a:lstStyle/>
                    <a:p>
                      <a:pPr algn="r"/>
                      <a:r>
                        <a:t>7.7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virginica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3" name=""/>
          <p:cNvGraphicFramePr>
            <a:graphicFrameLocks noGrp="1"/>
          </p:cNvGraphicFramePr>
          <p:nvPr>
            <p:ph/>
          </p:nvPr>
        </p:nvGraphicFramePr>
        <p:xfrm rot="-0">
          <a:off x="251460" y="3451860"/>
          <a:ext cx="3677194" cy="3154680"/>
        </p:xfrm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735438"/>
                <a:gridCol w="735438"/>
                <a:gridCol w="735438"/>
                <a:gridCol w="735438"/>
                <a:gridCol w="735438"/>
              </a:tblGrid>
              <a:tr h="788670">
                <a:tc>
                  <a:txBody>
                    <a:bodyPr/>
                    <a:lstStyle/>
                    <a:p>
                      <a:pPr algn="r"/>
                      <a:r>
                        <a:t>Sepal.Length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Sepal.Width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Petal.Length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Petal.Width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Species</a:t>
                      </a:r>
                    </a:p>
                  </a:txBody>
                </a:tc>
              </a:tr>
              <a:tr h="788670">
                <a:tc>
                  <a:txBody>
                    <a:bodyPr/>
                    <a:lstStyle/>
                    <a:p>
                      <a:pPr algn="r"/>
                      <a:r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  <a:tr h="788670">
                <a:tc>
                  <a:txBody>
                    <a:bodyPr/>
                    <a:lstStyle/>
                    <a:p>
                      <a:pPr algn="r"/>
                      <a:r>
                        <a:t>5.0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  <a:tr h="788670">
                <a:tc>
                  <a:txBody>
                    <a:bodyPr/>
                    <a:lstStyle/>
                    <a:p>
                      <a:pPr algn="r"/>
                      <a:r>
                        <a:t>7.7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virginica</a:t>
                      </a:r>
                    </a:p>
                  </a:txBody>
                </a:tc>
              </a:tr>
              <a:tr h="788670">
                <a:tc>
                  <a:txBody>
                    <a:bodyPr/>
                    <a:lstStyle/>
                    <a:p>
                      <a:pPr algn="r"/>
                      <a:r>
                        <a:t>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4" name=""/>
          <p:cNvGraphicFramePr>
            <a:graphicFrameLocks noGrp="1"/>
          </p:cNvGraphicFramePr>
          <p:nvPr>
            <p:ph/>
          </p:nvPr>
        </p:nvGraphicFramePr>
        <p:xfrm rot="-0">
          <a:off x="3974374" y="251460"/>
          <a:ext cx="4918166" cy="3154680"/>
        </p:xfrm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2459082"/>
                <a:gridCol w="2459082"/>
              </a:tblGrid>
              <a:tr h="1051560">
                <a:tc>
                  <a:txBody>
                    <a:bodyPr/>
                    <a:lstStyle/>
                    <a:p>
                      <a:pPr algn="r"/>
                      <a:r>
                        <a:t>Sepal.Length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Species</a:t>
                      </a:r>
                    </a:p>
                  </a:txBody>
                </a:tc>
              </a:tr>
              <a:tr h="1051560">
                <a:tc>
                  <a:txBody>
                    <a:bodyPr/>
                    <a:lstStyle/>
                    <a:p>
                      <a:pPr algn="r"/>
                      <a:r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  <a:tr h="1051560">
                <a:tc>
                  <a:txBody>
                    <a:bodyPr/>
                    <a:lstStyle/>
                    <a:p>
                      <a:pPr algn="r"/>
                      <a:r>
                        <a:t>5.0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  <a:tr h="1051560">
                <a:tc>
                  <a:txBody>
                    <a:bodyPr/>
                    <a:lstStyle/>
                    <a:p>
                      <a:pPr algn="r"/>
                      <a:r>
                        <a:t>7.7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virginica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5" name=""/>
          <p:cNvGraphicFramePr>
            <a:graphicFrameLocks noGrp="1"/>
          </p:cNvGraphicFramePr>
          <p:nvPr>
            <p:ph/>
          </p:nvPr>
        </p:nvGraphicFramePr>
        <p:xfrm rot="-0">
          <a:off x="3974374" y="3451860"/>
          <a:ext cx="4918166" cy="3154680"/>
        </p:xfrm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2459082"/>
                <a:gridCol w="2459082"/>
              </a:tblGrid>
              <a:tr h="788670">
                <a:tc>
                  <a:txBody>
                    <a:bodyPr/>
                    <a:lstStyle/>
                    <a:p>
                      <a:pPr algn="r"/>
                      <a:r>
                        <a:t>Sepal.Length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Species</a:t>
                      </a:r>
                    </a:p>
                  </a:txBody>
                </a:tc>
              </a:tr>
              <a:tr h="788670">
                <a:tc>
                  <a:txBody>
                    <a:bodyPr/>
                    <a:lstStyle/>
                    <a:p>
                      <a:pPr algn="r"/>
                      <a:r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  <a:tr h="788670">
                <a:tc>
                  <a:txBody>
                    <a:bodyPr/>
                    <a:lstStyle/>
                    <a:p>
                      <a:pPr algn="r"/>
                      <a:r>
                        <a:t>5.0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  <a:tr h="788670">
                <a:tc>
                  <a:txBody>
                    <a:bodyPr/>
                    <a:lstStyle/>
                    <a:p>
                      <a:pPr algn="r"/>
                      <a:r>
                        <a:t>7.7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virginica</a:t>
                      </a:r>
                    </a:p>
                  </a:txBody>
                </a:tc>
              </a:tr>
              <a:tr h="788670">
                <a:tc>
                  <a:txBody>
                    <a:bodyPr/>
                    <a:lstStyle/>
                    <a:p>
                      <a:pPr algn="r"/>
                      <a:r>
                        <a:t>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setosa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pix</cp:lastModifiedBy>
  <cp:revision>3</cp:revision>
  <dcterms:created xsi:type="dcterms:W3CDTF">2017-02-13T16:18:36Z</dcterms:created>
  <dcterms:modified xsi:type="dcterms:W3CDTF">2026-01-17T17:28:28Z</dcterms:modified>
  <cp:category/>
</cp:coreProperties>
</file>