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51460" y="251460"/>
          <a:ext cx="3657600" cy="2743200"/>
        </p:xfrm>
        <a:graphic>
          <a:graphicData uri="http://schemas.openxmlformats.org/drawingml/2006/table">
            <a:tbl>
              <a:tblPr/>
              <a:tblGrid>
                <a:gridCol w="4384610"/>
                <a:gridCol w="4256470"/>
              </a:tblGrid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cut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Price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Fair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8,818.000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3,383.125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Very 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4,959.308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Premium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6,273.773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Ideal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37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2,611.000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51460" y="4091940"/>
          <a:ext cx="3657600" cy="2743200"/>
        </p:xfrm>
        <a:graphic>
          <a:graphicData uri="http://schemas.openxmlformats.org/drawingml/2006/table">
            <a:tbl>
              <a:tblPr/>
              <a:tblGrid>
                <a:gridCol w="2179619"/>
                <a:gridCol w="2118061"/>
              </a:tblGrid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cut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Price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Fair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8,818.000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3,383.125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Very 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4,959.308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Premium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6,273.773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Ideal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2,611.000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94860" y="4091940"/>
          <a:ext cx="3657600" cy="2743200"/>
        </p:xfrm>
        <a:graphic>
          <a:graphicData uri="http://schemas.openxmlformats.org/drawingml/2006/table">
            <a:tbl>
              <a:tblPr/>
              <a:tblGrid>
                <a:gridCol w="2179619"/>
                <a:gridCol w="2118061"/>
              </a:tblGrid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cut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Price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Fair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8,818.000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3,383.125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Very Good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4,959.308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Premium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6,273.773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Ideal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2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2,611.000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pix</cp:lastModifiedBy>
  <cp:revision>3</cp:revision>
  <dcterms:created xsi:type="dcterms:W3CDTF">2017-02-13T16:18:36Z</dcterms:created>
  <dcterms:modified xsi:type="dcterms:W3CDTF">2026-01-17T17:28:11Z</dcterms:modified>
  <cp:category/>
</cp:coreProperties>
</file>