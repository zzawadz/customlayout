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image" Target="../media/d03962cba2fa4293a969562deac5e41a50a49eb3.png"/>
<Relationship Id="rId3" Type="http://schemas.openxmlformats.org/officeDocument/2006/relationships/image" Target="../media/d72e19e5f154945231c600e6b6fc83351fc40f6d.png"/>
<Relationship Id="rId4" Type="http://schemas.openxmlformats.org/officeDocument/2006/relationships/image" Target="../media/aa31f4ac62648960c153a3d12d0a00ec99f8657e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251460" y="251460"/>
            <a:ext cx="8641080" cy="379476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251460" y="4091940"/>
            <a:ext cx="4297680" cy="251460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4594860" y="4091940"/>
            <a:ext cx="4297680" cy="25146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pix</cp:lastModifiedBy>
  <cp:revision>3</cp:revision>
  <dcterms:created xsi:type="dcterms:W3CDTF">2017-02-13T16:18:36Z</dcterms:created>
  <dcterms:modified xsi:type="dcterms:W3CDTF">2026-01-17T17:28:26Z</dcterms:modified>
  <cp:category/>
</cp:coreProperties>
</file>