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51460" y="251460"/>
            <a:ext cx="8641080" cy="3794760"/>
            <a:chOff x="251460" y="251460"/>
            <a:chExt cx="8641080" cy="3794760"/>
          </a:xfrm>
        </p:grpSpPr>
        <p:sp>
          <p:nvSpPr>
            <p:cNvPr id="3" name="rc3"/>
            <p:cNvSpPr/>
            <p:nvPr/>
          </p:nvSpPr>
          <p:spPr>
            <a:xfrm>
              <a:off x="251460" y="251460"/>
              <a:ext cx="8641080" cy="3794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t4"/>
            <p:cNvSpPr/>
            <p:nvPr/>
          </p:nvSpPr>
          <p:spPr>
            <a:xfrm>
              <a:off x="2888466" y="1338476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5"/>
            <p:cNvSpPr/>
            <p:nvPr/>
          </p:nvSpPr>
          <p:spPr>
            <a:xfrm>
              <a:off x="3658885" y="1788808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7831455" y="1767467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4360234" y="1918620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497337" y="2265916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8196156" y="1045209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5270859" y="1716884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245023" y="3001010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2593692" y="1610846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156269" y="2222642"/>
              <a:ext cx="68579" cy="68579"/>
            </a:xfrm>
            <a:prstGeom prst="ellipse">
              <a:avLst/>
            </a:pr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97567" y="3113532"/>
              <a:ext cx="5831240" cy="0"/>
            </a:xfrm>
            <a:custGeom>
              <a:avLst/>
              <a:pathLst>
                <a:path w="5831240" h="0">
                  <a:moveTo>
                    <a:pt x="0" y="0"/>
                  </a:moveTo>
                  <a:lnTo>
                    <a:pt x="583124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897567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63815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30063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396312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62560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28808" y="3113532"/>
              <a:ext cx="0" cy="91439"/>
            </a:xfrm>
            <a:custGeom>
              <a:avLst/>
              <a:pathLst>
                <a:path w="0" h="91439">
                  <a:moveTo>
                    <a:pt x="0" y="0"/>
                  </a:moveTo>
                  <a:lnTo>
                    <a:pt x="0" y="91439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1748794" y="3331616"/>
              <a:ext cx="29754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-1.0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915042" y="3331616"/>
              <a:ext cx="29754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-0.5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108814" y="3331616"/>
              <a:ext cx="2424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275062" y="3331616"/>
              <a:ext cx="2424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441310" y="3331616"/>
              <a:ext cx="2424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607558" y="3331616"/>
              <a:ext cx="2424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1.5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1001267" y="1489525"/>
              <a:ext cx="0" cy="1563168"/>
            </a:xfrm>
            <a:custGeom>
              <a:avLst/>
              <a:pathLst>
                <a:path w="0" h="1563168">
                  <a:moveTo>
                    <a:pt x="0" y="156316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09828" y="3052694"/>
              <a:ext cx="91439" cy="0"/>
            </a:xfrm>
            <a:custGeom>
              <a:avLst/>
              <a:pathLst>
                <a:path w="91439" h="0">
                  <a:moveTo>
                    <a:pt x="91439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09828" y="2531638"/>
              <a:ext cx="91439" cy="0"/>
            </a:xfrm>
            <a:custGeom>
              <a:avLst/>
              <a:pathLst>
                <a:path w="91439" h="0">
                  <a:moveTo>
                    <a:pt x="91439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09828" y="2010582"/>
              <a:ext cx="91439" cy="0"/>
            </a:xfrm>
            <a:custGeom>
              <a:avLst/>
              <a:pathLst>
                <a:path w="91439" h="0">
                  <a:moveTo>
                    <a:pt x="91439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09828" y="1489525"/>
              <a:ext cx="91439" cy="0"/>
            </a:xfrm>
            <a:custGeom>
              <a:avLst/>
              <a:pathLst>
                <a:path w="91439" h="0">
                  <a:moveTo>
                    <a:pt x="91439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 rot="-5400000">
              <a:off x="650229" y="2997144"/>
              <a:ext cx="152064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-2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650229" y="2476088"/>
              <a:ext cx="152064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-1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677753" y="1955032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77753" y="1433976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</a:t>
              </a:r>
            </a:p>
          </p:txBody>
        </p:sp>
        <p:sp>
          <p:nvSpPr>
            <p:cNvPr id="36" name="pg36"/>
            <p:cNvSpPr/>
            <p:nvPr/>
          </p:nvSpPr>
          <p:spPr>
            <a:xfrm>
              <a:off x="1001267" y="1001267"/>
              <a:ext cx="7507223" cy="2112264"/>
            </a:xfrm>
            <a:custGeom>
              <a:avLst/>
              <a:pathLst>
                <a:path w="7507223" h="2112264">
                  <a:moveTo>
                    <a:pt x="0" y="2112264"/>
                  </a:moveTo>
                  <a:lnTo>
                    <a:pt x="7507223" y="2112264"/>
                  </a:lnTo>
                  <a:lnTo>
                    <a:pt x="7507223" y="0"/>
                  </a:lnTo>
                  <a:lnTo>
                    <a:pt x="0" y="0"/>
                  </a:lnTo>
                  <a:close/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4369231" y="3697376"/>
              <a:ext cx="7712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rnorm(10)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-25146" y="2001850"/>
              <a:ext cx="7712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rnorm(10)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524176" y="559749"/>
              <a:ext cx="46140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Title</a:t>
              </a:r>
            </a:p>
          </p:txBody>
        </p:sp>
      </p:grpSp>
      <p:grpSp xmlns:pic="http://schemas.openxmlformats.org/drawingml/2006/picture">
        <p:nvGrpSpPr>
          <p:cNvPr id="40" name=""/>
          <p:cNvGrpSpPr/>
          <p:nvPr/>
        </p:nvGrpSpPr>
        <p:grpSpPr>
          <a:xfrm>
            <a:off x="251460" y="4091940"/>
            <a:ext cx="4297680" cy="2514600"/>
            <a:chOff x="251460" y="4091940"/>
            <a:chExt cx="4297680" cy="2514600"/>
          </a:xfrm>
        </p:grpSpPr>
        <p:sp>
          <p:nvSpPr>
            <p:cNvPr id="41" name="rc3"/>
            <p:cNvSpPr/>
            <p:nvPr/>
          </p:nvSpPr>
          <p:spPr>
            <a:xfrm>
              <a:off x="251460" y="4091940"/>
              <a:ext cx="4297680" cy="251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"/>
            <p:cNvSpPr/>
            <p:nvPr/>
          </p:nvSpPr>
          <p:spPr>
            <a:xfrm>
              <a:off x="251460" y="4091940"/>
              <a:ext cx="4297680" cy="251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5"/>
            <p:cNvSpPr/>
            <p:nvPr/>
          </p:nvSpPr>
          <p:spPr>
            <a:xfrm>
              <a:off x="904660" y="4161529"/>
              <a:ext cx="3574890" cy="20423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l6"/>
            <p:cNvSpPr/>
            <p:nvPr/>
          </p:nvSpPr>
          <p:spPr>
            <a:xfrm>
              <a:off x="904660" y="5882278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7"/>
            <p:cNvSpPr/>
            <p:nvPr/>
          </p:nvSpPr>
          <p:spPr>
            <a:xfrm>
              <a:off x="904660" y="5336803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8"/>
            <p:cNvSpPr/>
            <p:nvPr/>
          </p:nvSpPr>
          <p:spPr>
            <a:xfrm>
              <a:off x="904660" y="4791328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9"/>
            <p:cNvSpPr/>
            <p:nvPr/>
          </p:nvSpPr>
          <p:spPr>
            <a:xfrm>
              <a:off x="904660" y="4245854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10"/>
            <p:cNvSpPr/>
            <p:nvPr/>
          </p:nvSpPr>
          <p:spPr>
            <a:xfrm>
              <a:off x="1101008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11"/>
            <p:cNvSpPr/>
            <p:nvPr/>
          </p:nvSpPr>
          <p:spPr>
            <a:xfrm>
              <a:off x="1947336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12"/>
            <p:cNvSpPr/>
            <p:nvPr/>
          </p:nvSpPr>
          <p:spPr>
            <a:xfrm>
              <a:off x="2793664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13"/>
            <p:cNvSpPr/>
            <p:nvPr/>
          </p:nvSpPr>
          <p:spPr>
            <a:xfrm>
              <a:off x="3639993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14"/>
            <p:cNvSpPr/>
            <p:nvPr/>
          </p:nvSpPr>
          <p:spPr>
            <a:xfrm>
              <a:off x="904660" y="6155016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15"/>
            <p:cNvSpPr/>
            <p:nvPr/>
          </p:nvSpPr>
          <p:spPr>
            <a:xfrm>
              <a:off x="904660" y="5609541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16"/>
            <p:cNvSpPr/>
            <p:nvPr/>
          </p:nvSpPr>
          <p:spPr>
            <a:xfrm>
              <a:off x="904660" y="5064066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17"/>
            <p:cNvSpPr/>
            <p:nvPr/>
          </p:nvSpPr>
          <p:spPr>
            <a:xfrm>
              <a:off x="904660" y="4518591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18"/>
            <p:cNvSpPr/>
            <p:nvPr/>
          </p:nvSpPr>
          <p:spPr>
            <a:xfrm>
              <a:off x="1524172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19"/>
            <p:cNvSpPr/>
            <p:nvPr/>
          </p:nvSpPr>
          <p:spPr>
            <a:xfrm>
              <a:off x="2370500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20"/>
            <p:cNvSpPr/>
            <p:nvPr/>
          </p:nvSpPr>
          <p:spPr>
            <a:xfrm>
              <a:off x="3216829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21"/>
            <p:cNvSpPr/>
            <p:nvPr/>
          </p:nvSpPr>
          <p:spPr>
            <a:xfrm>
              <a:off x="4063157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22"/>
            <p:cNvSpPr/>
            <p:nvPr/>
          </p:nvSpPr>
          <p:spPr>
            <a:xfrm>
              <a:off x="4055258" y="4229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23"/>
            <p:cNvSpPr/>
            <p:nvPr/>
          </p:nvSpPr>
          <p:spPr>
            <a:xfrm>
              <a:off x="3361268" y="478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24"/>
            <p:cNvSpPr/>
            <p:nvPr/>
          </p:nvSpPr>
          <p:spPr>
            <a:xfrm>
              <a:off x="2362601" y="563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25"/>
            <p:cNvSpPr/>
            <p:nvPr/>
          </p:nvSpPr>
          <p:spPr>
            <a:xfrm>
              <a:off x="1177741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26"/>
            <p:cNvSpPr/>
            <p:nvPr/>
          </p:nvSpPr>
          <p:spPr>
            <a:xfrm>
              <a:off x="1296227" y="6055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27"/>
            <p:cNvSpPr/>
            <p:nvPr/>
          </p:nvSpPr>
          <p:spPr>
            <a:xfrm>
              <a:off x="2396454" y="565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28"/>
            <p:cNvSpPr/>
            <p:nvPr/>
          </p:nvSpPr>
          <p:spPr>
            <a:xfrm>
              <a:off x="2870398" y="5525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29"/>
            <p:cNvSpPr/>
            <p:nvPr/>
          </p:nvSpPr>
          <p:spPr>
            <a:xfrm>
              <a:off x="1837877" y="590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30"/>
            <p:cNvSpPr/>
            <p:nvPr/>
          </p:nvSpPr>
          <p:spPr>
            <a:xfrm>
              <a:off x="4055258" y="4730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31"/>
            <p:cNvSpPr/>
            <p:nvPr/>
          </p:nvSpPr>
          <p:spPr>
            <a:xfrm>
              <a:off x="2007143" y="569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32"/>
            <p:cNvSpPr/>
            <p:nvPr/>
          </p:nvSpPr>
          <p:spPr>
            <a:xfrm>
              <a:off x="2684206" y="5336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33"/>
            <p:cNvSpPr/>
            <p:nvPr/>
          </p:nvSpPr>
          <p:spPr>
            <a:xfrm>
              <a:off x="1177741" y="605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34"/>
            <p:cNvSpPr/>
            <p:nvPr/>
          </p:nvSpPr>
          <p:spPr>
            <a:xfrm>
              <a:off x="2040996" y="584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35"/>
            <p:cNvSpPr/>
            <p:nvPr/>
          </p:nvSpPr>
          <p:spPr>
            <a:xfrm>
              <a:off x="1347007" y="605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36"/>
            <p:cNvSpPr/>
            <p:nvPr/>
          </p:nvSpPr>
          <p:spPr>
            <a:xfrm>
              <a:off x="1211594" y="5998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37"/>
            <p:cNvSpPr/>
            <p:nvPr/>
          </p:nvSpPr>
          <p:spPr>
            <a:xfrm>
              <a:off x="1211594" y="608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38"/>
            <p:cNvSpPr/>
            <p:nvPr/>
          </p:nvSpPr>
          <p:spPr>
            <a:xfrm>
              <a:off x="2853471" y="5494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39"/>
            <p:cNvSpPr/>
            <p:nvPr/>
          </p:nvSpPr>
          <p:spPr>
            <a:xfrm>
              <a:off x="1245448" y="600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40"/>
            <p:cNvSpPr/>
            <p:nvPr/>
          </p:nvSpPr>
          <p:spPr>
            <a:xfrm>
              <a:off x="2768839" y="567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41"/>
            <p:cNvSpPr/>
            <p:nvPr/>
          </p:nvSpPr>
          <p:spPr>
            <a:xfrm>
              <a:off x="1702465" y="5972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42"/>
            <p:cNvSpPr/>
            <p:nvPr/>
          </p:nvSpPr>
          <p:spPr>
            <a:xfrm>
              <a:off x="1160815" y="6070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43"/>
            <p:cNvSpPr/>
            <p:nvPr/>
          </p:nvSpPr>
          <p:spPr>
            <a:xfrm>
              <a:off x="1330080" y="605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44"/>
            <p:cNvSpPr/>
            <p:nvPr/>
          </p:nvSpPr>
          <p:spPr>
            <a:xfrm>
              <a:off x="2176409" y="558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45"/>
            <p:cNvSpPr/>
            <p:nvPr/>
          </p:nvSpPr>
          <p:spPr>
            <a:xfrm>
              <a:off x="1330080" y="598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46"/>
            <p:cNvSpPr/>
            <p:nvPr/>
          </p:nvSpPr>
          <p:spPr>
            <a:xfrm>
              <a:off x="1499346" y="598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47"/>
            <p:cNvSpPr/>
            <p:nvPr/>
          </p:nvSpPr>
          <p:spPr>
            <a:xfrm>
              <a:off x="2498013" y="5560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48"/>
            <p:cNvSpPr/>
            <p:nvPr/>
          </p:nvSpPr>
          <p:spPr>
            <a:xfrm>
              <a:off x="2193335" y="569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49"/>
            <p:cNvSpPr/>
            <p:nvPr/>
          </p:nvSpPr>
          <p:spPr>
            <a:xfrm>
              <a:off x="1228521" y="603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50"/>
            <p:cNvSpPr/>
            <p:nvPr/>
          </p:nvSpPr>
          <p:spPr>
            <a:xfrm>
              <a:off x="3462828" y="5052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51"/>
            <p:cNvSpPr/>
            <p:nvPr/>
          </p:nvSpPr>
          <p:spPr>
            <a:xfrm>
              <a:off x="1363934" y="600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52"/>
            <p:cNvSpPr/>
            <p:nvPr/>
          </p:nvSpPr>
          <p:spPr>
            <a:xfrm>
              <a:off x="2633426" y="562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53"/>
            <p:cNvSpPr/>
            <p:nvPr/>
          </p:nvSpPr>
          <p:spPr>
            <a:xfrm>
              <a:off x="2802692" y="522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54"/>
            <p:cNvSpPr/>
            <p:nvPr/>
          </p:nvSpPr>
          <p:spPr>
            <a:xfrm>
              <a:off x="2176409" y="5630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55"/>
            <p:cNvSpPr/>
            <p:nvPr/>
          </p:nvSpPr>
          <p:spPr>
            <a:xfrm>
              <a:off x="3276636" y="436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56"/>
            <p:cNvSpPr/>
            <p:nvPr/>
          </p:nvSpPr>
          <p:spPr>
            <a:xfrm>
              <a:off x="3192003" y="5129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57"/>
            <p:cNvSpPr/>
            <p:nvPr/>
          </p:nvSpPr>
          <p:spPr>
            <a:xfrm>
              <a:off x="2447234" y="549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58"/>
            <p:cNvSpPr/>
            <p:nvPr/>
          </p:nvSpPr>
          <p:spPr>
            <a:xfrm>
              <a:off x="2176409" y="569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59"/>
            <p:cNvSpPr/>
            <p:nvPr/>
          </p:nvSpPr>
          <p:spPr>
            <a:xfrm>
              <a:off x="1363934" y="594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60"/>
            <p:cNvSpPr/>
            <p:nvPr/>
          </p:nvSpPr>
          <p:spPr>
            <a:xfrm>
              <a:off x="1194668" y="607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61"/>
            <p:cNvSpPr/>
            <p:nvPr/>
          </p:nvSpPr>
          <p:spPr>
            <a:xfrm>
              <a:off x="1296227" y="597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62"/>
            <p:cNvSpPr/>
            <p:nvPr/>
          </p:nvSpPr>
          <p:spPr>
            <a:xfrm>
              <a:off x="1973290" y="5869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63"/>
            <p:cNvSpPr/>
            <p:nvPr/>
          </p:nvSpPr>
          <p:spPr>
            <a:xfrm>
              <a:off x="1160815" y="6055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64"/>
            <p:cNvSpPr/>
            <p:nvPr/>
          </p:nvSpPr>
          <p:spPr>
            <a:xfrm>
              <a:off x="4055258" y="430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65"/>
            <p:cNvSpPr/>
            <p:nvPr/>
          </p:nvSpPr>
          <p:spPr>
            <a:xfrm>
              <a:off x="1228521" y="6065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66"/>
            <p:cNvSpPr/>
            <p:nvPr/>
          </p:nvSpPr>
          <p:spPr>
            <a:xfrm>
              <a:off x="2870398" y="5465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67"/>
            <p:cNvSpPr/>
            <p:nvPr/>
          </p:nvSpPr>
          <p:spPr>
            <a:xfrm>
              <a:off x="2176409" y="572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68"/>
            <p:cNvSpPr/>
            <p:nvPr/>
          </p:nvSpPr>
          <p:spPr>
            <a:xfrm>
              <a:off x="1211594" y="607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69"/>
            <p:cNvSpPr/>
            <p:nvPr/>
          </p:nvSpPr>
          <p:spPr>
            <a:xfrm>
              <a:off x="1177741" y="604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70"/>
            <p:cNvSpPr/>
            <p:nvPr/>
          </p:nvSpPr>
          <p:spPr>
            <a:xfrm>
              <a:off x="2718059" y="5425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71"/>
            <p:cNvSpPr/>
            <p:nvPr/>
          </p:nvSpPr>
          <p:spPr>
            <a:xfrm>
              <a:off x="4292229" y="4560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72"/>
            <p:cNvSpPr/>
            <p:nvPr/>
          </p:nvSpPr>
          <p:spPr>
            <a:xfrm>
              <a:off x="2802692" y="5501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73"/>
            <p:cNvSpPr/>
            <p:nvPr/>
          </p:nvSpPr>
          <p:spPr>
            <a:xfrm>
              <a:off x="2447234" y="549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74"/>
            <p:cNvSpPr/>
            <p:nvPr/>
          </p:nvSpPr>
          <p:spPr>
            <a:xfrm>
              <a:off x="4038331" y="490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75"/>
            <p:cNvSpPr/>
            <p:nvPr/>
          </p:nvSpPr>
          <p:spPr>
            <a:xfrm>
              <a:off x="4055258" y="472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76"/>
            <p:cNvSpPr/>
            <p:nvPr/>
          </p:nvSpPr>
          <p:spPr>
            <a:xfrm>
              <a:off x="1042329" y="607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77"/>
            <p:cNvSpPr/>
            <p:nvPr/>
          </p:nvSpPr>
          <p:spPr>
            <a:xfrm>
              <a:off x="2616499" y="549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78"/>
            <p:cNvSpPr/>
            <p:nvPr/>
          </p:nvSpPr>
          <p:spPr>
            <a:xfrm>
              <a:off x="2362601" y="5369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79"/>
            <p:cNvSpPr/>
            <p:nvPr/>
          </p:nvSpPr>
          <p:spPr>
            <a:xfrm>
              <a:off x="1228521" y="6065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80"/>
            <p:cNvSpPr/>
            <p:nvPr/>
          </p:nvSpPr>
          <p:spPr>
            <a:xfrm>
              <a:off x="1583979" y="5907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81"/>
            <p:cNvSpPr/>
            <p:nvPr/>
          </p:nvSpPr>
          <p:spPr>
            <a:xfrm>
              <a:off x="1380860" y="600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82"/>
            <p:cNvSpPr/>
            <p:nvPr/>
          </p:nvSpPr>
          <p:spPr>
            <a:xfrm>
              <a:off x="1499346" y="603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83"/>
            <p:cNvSpPr/>
            <p:nvPr/>
          </p:nvSpPr>
          <p:spPr>
            <a:xfrm>
              <a:off x="1160815" y="6019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84"/>
            <p:cNvSpPr/>
            <p:nvPr/>
          </p:nvSpPr>
          <p:spPr>
            <a:xfrm>
              <a:off x="3225856" y="516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85"/>
            <p:cNvSpPr/>
            <p:nvPr/>
          </p:nvSpPr>
          <p:spPr>
            <a:xfrm>
              <a:off x="2718059" y="536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86"/>
            <p:cNvSpPr/>
            <p:nvPr/>
          </p:nvSpPr>
          <p:spPr>
            <a:xfrm>
              <a:off x="1160815" y="604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87"/>
            <p:cNvSpPr/>
            <p:nvPr/>
          </p:nvSpPr>
          <p:spPr>
            <a:xfrm>
              <a:off x="1499346" y="6024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88"/>
            <p:cNvSpPr/>
            <p:nvPr/>
          </p:nvSpPr>
          <p:spPr>
            <a:xfrm>
              <a:off x="2785765" y="5121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89"/>
            <p:cNvSpPr/>
            <p:nvPr/>
          </p:nvSpPr>
          <p:spPr>
            <a:xfrm>
              <a:off x="1347007" y="600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90"/>
            <p:cNvSpPr/>
            <p:nvPr/>
          </p:nvSpPr>
          <p:spPr>
            <a:xfrm>
              <a:off x="1177741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91"/>
            <p:cNvSpPr/>
            <p:nvPr/>
          </p:nvSpPr>
          <p:spPr>
            <a:xfrm>
              <a:off x="1499346" y="5978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92"/>
            <p:cNvSpPr/>
            <p:nvPr/>
          </p:nvSpPr>
          <p:spPr>
            <a:xfrm>
              <a:off x="1313154" y="602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93"/>
            <p:cNvSpPr/>
            <p:nvPr/>
          </p:nvSpPr>
          <p:spPr>
            <a:xfrm>
              <a:off x="1177741" y="6038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94"/>
            <p:cNvSpPr/>
            <p:nvPr/>
          </p:nvSpPr>
          <p:spPr>
            <a:xfrm>
              <a:off x="2853471" y="528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95"/>
            <p:cNvSpPr/>
            <p:nvPr/>
          </p:nvSpPr>
          <p:spPr>
            <a:xfrm>
              <a:off x="2430307" y="5587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96"/>
            <p:cNvSpPr/>
            <p:nvPr/>
          </p:nvSpPr>
          <p:spPr>
            <a:xfrm>
              <a:off x="2447234" y="540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97"/>
            <p:cNvSpPr/>
            <p:nvPr/>
          </p:nvSpPr>
          <p:spPr>
            <a:xfrm>
              <a:off x="1516273" y="5959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98"/>
            <p:cNvSpPr/>
            <p:nvPr/>
          </p:nvSpPr>
          <p:spPr>
            <a:xfrm>
              <a:off x="1533199" y="5942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99"/>
            <p:cNvSpPr/>
            <p:nvPr/>
          </p:nvSpPr>
          <p:spPr>
            <a:xfrm>
              <a:off x="3225856" y="4311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00"/>
            <p:cNvSpPr/>
            <p:nvPr/>
          </p:nvSpPr>
          <p:spPr>
            <a:xfrm>
              <a:off x="1177741" y="6073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01"/>
            <p:cNvSpPr/>
            <p:nvPr/>
          </p:nvSpPr>
          <p:spPr>
            <a:xfrm>
              <a:off x="2904251" y="449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02"/>
            <p:cNvSpPr/>
            <p:nvPr/>
          </p:nvSpPr>
          <p:spPr>
            <a:xfrm>
              <a:off x="1347007" y="6026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03"/>
            <p:cNvSpPr/>
            <p:nvPr/>
          </p:nvSpPr>
          <p:spPr>
            <a:xfrm>
              <a:off x="1330080" y="605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04"/>
            <p:cNvSpPr/>
            <p:nvPr/>
          </p:nvSpPr>
          <p:spPr>
            <a:xfrm>
              <a:off x="2142556" y="5751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05"/>
            <p:cNvSpPr/>
            <p:nvPr/>
          </p:nvSpPr>
          <p:spPr>
            <a:xfrm>
              <a:off x="1194668" y="605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06"/>
            <p:cNvSpPr/>
            <p:nvPr/>
          </p:nvSpPr>
          <p:spPr>
            <a:xfrm>
              <a:off x="1837877" y="585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07"/>
            <p:cNvSpPr/>
            <p:nvPr/>
          </p:nvSpPr>
          <p:spPr>
            <a:xfrm>
              <a:off x="1550126" y="597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08"/>
            <p:cNvSpPr/>
            <p:nvPr/>
          </p:nvSpPr>
          <p:spPr>
            <a:xfrm>
              <a:off x="1533199" y="5995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09"/>
            <p:cNvSpPr/>
            <p:nvPr/>
          </p:nvSpPr>
          <p:spPr>
            <a:xfrm>
              <a:off x="1820951" y="5926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10"/>
            <p:cNvSpPr/>
            <p:nvPr/>
          </p:nvSpPr>
          <p:spPr>
            <a:xfrm>
              <a:off x="1753245" y="592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11"/>
            <p:cNvSpPr/>
            <p:nvPr/>
          </p:nvSpPr>
          <p:spPr>
            <a:xfrm>
              <a:off x="2684206" y="549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12"/>
            <p:cNvSpPr/>
            <p:nvPr/>
          </p:nvSpPr>
          <p:spPr>
            <a:xfrm>
              <a:off x="2345674" y="53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13"/>
            <p:cNvSpPr/>
            <p:nvPr/>
          </p:nvSpPr>
          <p:spPr>
            <a:xfrm>
              <a:off x="2684206" y="5870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14"/>
            <p:cNvSpPr/>
            <p:nvPr/>
          </p:nvSpPr>
          <p:spPr>
            <a:xfrm>
              <a:off x="3192003" y="437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15"/>
            <p:cNvSpPr/>
            <p:nvPr/>
          </p:nvSpPr>
          <p:spPr>
            <a:xfrm>
              <a:off x="1296227" y="6021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16"/>
            <p:cNvSpPr/>
            <p:nvPr/>
          </p:nvSpPr>
          <p:spPr>
            <a:xfrm>
              <a:off x="3208929" y="4954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17"/>
            <p:cNvSpPr/>
            <p:nvPr/>
          </p:nvSpPr>
          <p:spPr>
            <a:xfrm>
              <a:off x="1245448" y="6080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18"/>
            <p:cNvSpPr/>
            <p:nvPr/>
          </p:nvSpPr>
          <p:spPr>
            <a:xfrm>
              <a:off x="1160815" y="606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19"/>
            <p:cNvSpPr/>
            <p:nvPr/>
          </p:nvSpPr>
          <p:spPr>
            <a:xfrm>
              <a:off x="2362601" y="5600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20"/>
            <p:cNvSpPr/>
            <p:nvPr/>
          </p:nvSpPr>
          <p:spPr>
            <a:xfrm>
              <a:off x="1567052" y="591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21"/>
            <p:cNvSpPr/>
            <p:nvPr/>
          </p:nvSpPr>
          <p:spPr>
            <a:xfrm>
              <a:off x="1177741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22"/>
            <p:cNvSpPr/>
            <p:nvPr/>
          </p:nvSpPr>
          <p:spPr>
            <a:xfrm>
              <a:off x="770981" y="6114279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61" name="tx123"/>
            <p:cNvSpPr/>
            <p:nvPr/>
          </p:nvSpPr>
          <p:spPr>
            <a:xfrm>
              <a:off x="557834" y="5568804"/>
              <a:ext cx="28419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5000</a:t>
              </a:r>
            </a:p>
          </p:txBody>
        </p:sp>
        <p:sp>
          <p:nvSpPr>
            <p:cNvPr id="162" name="tx124"/>
            <p:cNvSpPr/>
            <p:nvPr/>
          </p:nvSpPr>
          <p:spPr>
            <a:xfrm>
              <a:off x="486785" y="5023329"/>
              <a:ext cx="35524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10000</a:t>
              </a:r>
            </a:p>
          </p:txBody>
        </p:sp>
        <p:sp>
          <p:nvSpPr>
            <p:cNvPr id="163" name="tx125"/>
            <p:cNvSpPr/>
            <p:nvPr/>
          </p:nvSpPr>
          <p:spPr>
            <a:xfrm>
              <a:off x="486785" y="4477854"/>
              <a:ext cx="35524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15000</a:t>
              </a:r>
            </a:p>
          </p:txBody>
        </p:sp>
        <p:sp>
          <p:nvSpPr>
            <p:cNvPr id="164" name="pl126"/>
            <p:cNvSpPr/>
            <p:nvPr/>
          </p:nvSpPr>
          <p:spPr>
            <a:xfrm>
              <a:off x="869865" y="61550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27"/>
            <p:cNvSpPr/>
            <p:nvPr/>
          </p:nvSpPr>
          <p:spPr>
            <a:xfrm>
              <a:off x="869865" y="5609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28"/>
            <p:cNvSpPr/>
            <p:nvPr/>
          </p:nvSpPr>
          <p:spPr>
            <a:xfrm>
              <a:off x="869865" y="50640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29"/>
            <p:cNvSpPr/>
            <p:nvPr/>
          </p:nvSpPr>
          <p:spPr>
            <a:xfrm>
              <a:off x="869865" y="45185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30"/>
            <p:cNvSpPr/>
            <p:nvPr/>
          </p:nvSpPr>
          <p:spPr>
            <a:xfrm>
              <a:off x="1524172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31"/>
            <p:cNvSpPr/>
            <p:nvPr/>
          </p:nvSpPr>
          <p:spPr>
            <a:xfrm>
              <a:off x="2370500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32"/>
            <p:cNvSpPr/>
            <p:nvPr/>
          </p:nvSpPr>
          <p:spPr>
            <a:xfrm>
              <a:off x="3216829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33"/>
            <p:cNvSpPr/>
            <p:nvPr/>
          </p:nvSpPr>
          <p:spPr>
            <a:xfrm>
              <a:off x="4063157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tx134"/>
            <p:cNvSpPr/>
            <p:nvPr/>
          </p:nvSpPr>
          <p:spPr>
            <a:xfrm>
              <a:off x="1435384" y="6266515"/>
              <a:ext cx="177576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0.5</a:t>
              </a:r>
            </a:p>
          </p:txBody>
        </p:sp>
        <p:sp>
          <p:nvSpPr>
            <p:cNvPr id="173" name="tx135"/>
            <p:cNvSpPr/>
            <p:nvPr/>
          </p:nvSpPr>
          <p:spPr>
            <a:xfrm>
              <a:off x="2281712" y="6266515"/>
              <a:ext cx="177576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1.0</a:t>
              </a:r>
            </a:p>
          </p:txBody>
        </p:sp>
        <p:sp>
          <p:nvSpPr>
            <p:cNvPr id="174" name="tx136"/>
            <p:cNvSpPr/>
            <p:nvPr/>
          </p:nvSpPr>
          <p:spPr>
            <a:xfrm>
              <a:off x="3128040" y="6266515"/>
              <a:ext cx="177576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1.5</a:t>
              </a:r>
            </a:p>
          </p:txBody>
        </p:sp>
        <p:sp>
          <p:nvSpPr>
            <p:cNvPr id="175" name="tx137"/>
            <p:cNvSpPr/>
            <p:nvPr/>
          </p:nvSpPr>
          <p:spPr>
            <a:xfrm>
              <a:off x="3974369" y="6266515"/>
              <a:ext cx="177576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2.0</a:t>
              </a:r>
            </a:p>
          </p:txBody>
        </p:sp>
        <p:sp>
          <p:nvSpPr>
            <p:cNvPr id="176" name="tx138"/>
            <p:cNvSpPr/>
            <p:nvPr/>
          </p:nvSpPr>
          <p:spPr>
            <a:xfrm>
              <a:off x="2512014" y="6406008"/>
              <a:ext cx="360182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carat</a:t>
              </a:r>
            </a:p>
          </p:txBody>
        </p:sp>
        <p:sp>
          <p:nvSpPr>
            <p:cNvPr id="177" name="tx139"/>
            <p:cNvSpPr/>
            <p:nvPr/>
          </p:nvSpPr>
          <p:spPr>
            <a:xfrm rot="-5400000">
              <a:off x="198107" y="5131775"/>
              <a:ext cx="3477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price</a:t>
              </a:r>
            </a:p>
          </p:txBody>
        </p:sp>
      </p:grpSp>
      <p:grpSp xmlns:pic="http://schemas.openxmlformats.org/drawingml/2006/picture">
        <p:nvGrpSpPr>
          <p:cNvPr id="178" name=""/>
          <p:cNvGrpSpPr/>
          <p:nvPr/>
        </p:nvGrpSpPr>
        <p:grpSpPr>
          <a:xfrm>
            <a:off x="4594860" y="4091940"/>
            <a:ext cx="4297680" cy="2514600"/>
            <a:chOff x="4594860" y="4091940"/>
            <a:chExt cx="4297680" cy="2514600"/>
          </a:xfrm>
        </p:grpSpPr>
        <p:sp>
          <p:nvSpPr>
            <p:cNvPr id="179" name="rc3"/>
            <p:cNvSpPr/>
            <p:nvPr/>
          </p:nvSpPr>
          <p:spPr>
            <a:xfrm>
              <a:off x="4594860" y="4091940"/>
              <a:ext cx="4297680" cy="251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rc4"/>
            <p:cNvSpPr/>
            <p:nvPr/>
          </p:nvSpPr>
          <p:spPr>
            <a:xfrm>
              <a:off x="4594860" y="4091940"/>
              <a:ext cx="4297680" cy="251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rc5"/>
            <p:cNvSpPr/>
            <p:nvPr/>
          </p:nvSpPr>
          <p:spPr>
            <a:xfrm>
              <a:off x="5248060" y="4161529"/>
              <a:ext cx="3574890" cy="20423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l6"/>
            <p:cNvSpPr/>
            <p:nvPr/>
          </p:nvSpPr>
          <p:spPr>
            <a:xfrm>
              <a:off x="5248060" y="5882278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7"/>
            <p:cNvSpPr/>
            <p:nvPr/>
          </p:nvSpPr>
          <p:spPr>
            <a:xfrm>
              <a:off x="5248060" y="5336803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8"/>
            <p:cNvSpPr/>
            <p:nvPr/>
          </p:nvSpPr>
          <p:spPr>
            <a:xfrm>
              <a:off x="5248060" y="4791328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9"/>
            <p:cNvSpPr/>
            <p:nvPr/>
          </p:nvSpPr>
          <p:spPr>
            <a:xfrm>
              <a:off x="5248060" y="4245854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0"/>
            <p:cNvSpPr/>
            <p:nvPr/>
          </p:nvSpPr>
          <p:spPr>
            <a:xfrm>
              <a:off x="5761396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1"/>
            <p:cNvSpPr/>
            <p:nvPr/>
          </p:nvSpPr>
          <p:spPr>
            <a:xfrm>
              <a:off x="6684664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2"/>
            <p:cNvSpPr/>
            <p:nvPr/>
          </p:nvSpPr>
          <p:spPr>
            <a:xfrm>
              <a:off x="7607931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3"/>
            <p:cNvSpPr/>
            <p:nvPr/>
          </p:nvSpPr>
          <p:spPr>
            <a:xfrm>
              <a:off x="8531198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4"/>
            <p:cNvSpPr/>
            <p:nvPr/>
          </p:nvSpPr>
          <p:spPr>
            <a:xfrm>
              <a:off x="5248060" y="6155016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5"/>
            <p:cNvSpPr/>
            <p:nvPr/>
          </p:nvSpPr>
          <p:spPr>
            <a:xfrm>
              <a:off x="5248060" y="5609541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6"/>
            <p:cNvSpPr/>
            <p:nvPr/>
          </p:nvSpPr>
          <p:spPr>
            <a:xfrm>
              <a:off x="5248060" y="5064066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7"/>
            <p:cNvSpPr/>
            <p:nvPr/>
          </p:nvSpPr>
          <p:spPr>
            <a:xfrm>
              <a:off x="5248060" y="4518591"/>
              <a:ext cx="3574890" cy="0"/>
            </a:xfrm>
            <a:custGeom>
              <a:avLst/>
              <a:pathLst>
                <a:path w="3574890" h="0">
                  <a:moveTo>
                    <a:pt x="0" y="0"/>
                  </a:moveTo>
                  <a:lnTo>
                    <a:pt x="3574890" y="0"/>
                  </a:lnTo>
                  <a:lnTo>
                    <a:pt x="3574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8"/>
            <p:cNvSpPr/>
            <p:nvPr/>
          </p:nvSpPr>
          <p:spPr>
            <a:xfrm>
              <a:off x="5299763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"/>
            <p:cNvSpPr/>
            <p:nvPr/>
          </p:nvSpPr>
          <p:spPr>
            <a:xfrm>
              <a:off x="6223030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20"/>
            <p:cNvSpPr/>
            <p:nvPr/>
          </p:nvSpPr>
          <p:spPr>
            <a:xfrm>
              <a:off x="7146297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21"/>
            <p:cNvSpPr/>
            <p:nvPr/>
          </p:nvSpPr>
          <p:spPr>
            <a:xfrm>
              <a:off x="8069564" y="4161529"/>
              <a:ext cx="0" cy="2042356"/>
            </a:xfrm>
            <a:custGeom>
              <a:avLst/>
              <a:pathLst>
                <a:path w="0" h="2042356">
                  <a:moveTo>
                    <a:pt x="0" y="20423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22"/>
            <p:cNvSpPr/>
            <p:nvPr/>
          </p:nvSpPr>
          <p:spPr>
            <a:xfrm>
              <a:off x="7601570" y="4229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23"/>
            <p:cNvSpPr/>
            <p:nvPr/>
          </p:nvSpPr>
          <p:spPr>
            <a:xfrm>
              <a:off x="6382857" y="478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4"/>
            <p:cNvSpPr/>
            <p:nvPr/>
          </p:nvSpPr>
          <p:spPr>
            <a:xfrm>
              <a:off x="6493649" y="563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5"/>
            <p:cNvSpPr/>
            <p:nvPr/>
          </p:nvSpPr>
          <p:spPr>
            <a:xfrm>
              <a:off x="6752164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6"/>
            <p:cNvSpPr/>
            <p:nvPr/>
          </p:nvSpPr>
          <p:spPr>
            <a:xfrm>
              <a:off x="6678303" y="6055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7"/>
            <p:cNvSpPr/>
            <p:nvPr/>
          </p:nvSpPr>
          <p:spPr>
            <a:xfrm>
              <a:off x="6936818" y="565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8"/>
            <p:cNvSpPr/>
            <p:nvPr/>
          </p:nvSpPr>
          <p:spPr>
            <a:xfrm>
              <a:off x="7527709" y="5525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9"/>
            <p:cNvSpPr/>
            <p:nvPr/>
          </p:nvSpPr>
          <p:spPr>
            <a:xfrm>
              <a:off x="7379986" y="590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30"/>
            <p:cNvSpPr/>
            <p:nvPr/>
          </p:nvSpPr>
          <p:spPr>
            <a:xfrm>
              <a:off x="7453847" y="4730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31"/>
            <p:cNvSpPr/>
            <p:nvPr/>
          </p:nvSpPr>
          <p:spPr>
            <a:xfrm>
              <a:off x="7121471" y="569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32"/>
            <p:cNvSpPr/>
            <p:nvPr/>
          </p:nvSpPr>
          <p:spPr>
            <a:xfrm>
              <a:off x="6530580" y="5336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33"/>
            <p:cNvSpPr/>
            <p:nvPr/>
          </p:nvSpPr>
          <p:spPr>
            <a:xfrm>
              <a:off x="7638501" y="605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34"/>
            <p:cNvSpPr/>
            <p:nvPr/>
          </p:nvSpPr>
          <p:spPr>
            <a:xfrm>
              <a:off x="7269194" y="5841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35"/>
            <p:cNvSpPr/>
            <p:nvPr/>
          </p:nvSpPr>
          <p:spPr>
            <a:xfrm>
              <a:off x="6826026" y="605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36"/>
            <p:cNvSpPr/>
            <p:nvPr/>
          </p:nvSpPr>
          <p:spPr>
            <a:xfrm>
              <a:off x="6899887" y="5998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37"/>
            <p:cNvSpPr/>
            <p:nvPr/>
          </p:nvSpPr>
          <p:spPr>
            <a:xfrm>
              <a:off x="6641372" y="608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38"/>
            <p:cNvSpPr/>
            <p:nvPr/>
          </p:nvSpPr>
          <p:spPr>
            <a:xfrm>
              <a:off x="7195333" y="5494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39"/>
            <p:cNvSpPr/>
            <p:nvPr/>
          </p:nvSpPr>
          <p:spPr>
            <a:xfrm>
              <a:off x="7047610" y="600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40"/>
            <p:cNvSpPr/>
            <p:nvPr/>
          </p:nvSpPr>
          <p:spPr>
            <a:xfrm>
              <a:off x="6936818" y="567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41"/>
            <p:cNvSpPr/>
            <p:nvPr/>
          </p:nvSpPr>
          <p:spPr>
            <a:xfrm>
              <a:off x="6678303" y="5972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42"/>
            <p:cNvSpPr/>
            <p:nvPr/>
          </p:nvSpPr>
          <p:spPr>
            <a:xfrm>
              <a:off x="6862956" y="6070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43"/>
            <p:cNvSpPr/>
            <p:nvPr/>
          </p:nvSpPr>
          <p:spPr>
            <a:xfrm>
              <a:off x="7010679" y="605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44"/>
            <p:cNvSpPr/>
            <p:nvPr/>
          </p:nvSpPr>
          <p:spPr>
            <a:xfrm>
              <a:off x="6530580" y="558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45"/>
            <p:cNvSpPr/>
            <p:nvPr/>
          </p:nvSpPr>
          <p:spPr>
            <a:xfrm>
              <a:off x="6862956" y="598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46"/>
            <p:cNvSpPr/>
            <p:nvPr/>
          </p:nvSpPr>
          <p:spPr>
            <a:xfrm>
              <a:off x="7490778" y="598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47"/>
            <p:cNvSpPr/>
            <p:nvPr/>
          </p:nvSpPr>
          <p:spPr>
            <a:xfrm>
              <a:off x="7084541" y="5560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48"/>
            <p:cNvSpPr/>
            <p:nvPr/>
          </p:nvSpPr>
          <p:spPr>
            <a:xfrm>
              <a:off x="6789095" y="569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49"/>
            <p:cNvSpPr/>
            <p:nvPr/>
          </p:nvSpPr>
          <p:spPr>
            <a:xfrm>
              <a:off x="7010679" y="603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50"/>
            <p:cNvSpPr/>
            <p:nvPr/>
          </p:nvSpPr>
          <p:spPr>
            <a:xfrm>
              <a:off x="7158402" y="5052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51"/>
            <p:cNvSpPr/>
            <p:nvPr/>
          </p:nvSpPr>
          <p:spPr>
            <a:xfrm>
              <a:off x="6530580" y="600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52"/>
            <p:cNvSpPr/>
            <p:nvPr/>
          </p:nvSpPr>
          <p:spPr>
            <a:xfrm>
              <a:off x="5385729" y="562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53"/>
            <p:cNvSpPr/>
            <p:nvPr/>
          </p:nvSpPr>
          <p:spPr>
            <a:xfrm>
              <a:off x="7121471" y="522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54"/>
            <p:cNvSpPr/>
            <p:nvPr/>
          </p:nvSpPr>
          <p:spPr>
            <a:xfrm>
              <a:off x="7195333" y="5630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55"/>
            <p:cNvSpPr/>
            <p:nvPr/>
          </p:nvSpPr>
          <p:spPr>
            <a:xfrm>
              <a:off x="6752164" y="436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56"/>
            <p:cNvSpPr/>
            <p:nvPr/>
          </p:nvSpPr>
          <p:spPr>
            <a:xfrm>
              <a:off x="6272065" y="5129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57"/>
            <p:cNvSpPr/>
            <p:nvPr/>
          </p:nvSpPr>
          <p:spPr>
            <a:xfrm>
              <a:off x="5976620" y="549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58"/>
            <p:cNvSpPr/>
            <p:nvPr/>
          </p:nvSpPr>
          <p:spPr>
            <a:xfrm>
              <a:off x="6345927" y="569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59"/>
            <p:cNvSpPr/>
            <p:nvPr/>
          </p:nvSpPr>
          <p:spPr>
            <a:xfrm>
              <a:off x="6715234" y="594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60"/>
            <p:cNvSpPr/>
            <p:nvPr/>
          </p:nvSpPr>
          <p:spPr>
            <a:xfrm>
              <a:off x="6826026" y="607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61"/>
            <p:cNvSpPr/>
            <p:nvPr/>
          </p:nvSpPr>
          <p:spPr>
            <a:xfrm>
              <a:off x="6862956" y="597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62"/>
            <p:cNvSpPr/>
            <p:nvPr/>
          </p:nvSpPr>
          <p:spPr>
            <a:xfrm>
              <a:off x="6419788" y="5869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63"/>
            <p:cNvSpPr/>
            <p:nvPr/>
          </p:nvSpPr>
          <p:spPr>
            <a:xfrm>
              <a:off x="7121471" y="6055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64"/>
            <p:cNvSpPr/>
            <p:nvPr/>
          </p:nvSpPr>
          <p:spPr>
            <a:xfrm>
              <a:off x="5828897" y="4304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65"/>
            <p:cNvSpPr/>
            <p:nvPr/>
          </p:nvSpPr>
          <p:spPr>
            <a:xfrm>
              <a:off x="6936818" y="6065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66"/>
            <p:cNvSpPr/>
            <p:nvPr/>
          </p:nvSpPr>
          <p:spPr>
            <a:xfrm>
              <a:off x="6198204" y="5465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67"/>
            <p:cNvSpPr/>
            <p:nvPr/>
          </p:nvSpPr>
          <p:spPr>
            <a:xfrm>
              <a:off x="7121471" y="572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68"/>
            <p:cNvSpPr/>
            <p:nvPr/>
          </p:nvSpPr>
          <p:spPr>
            <a:xfrm>
              <a:off x="6752164" y="607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69"/>
            <p:cNvSpPr/>
            <p:nvPr/>
          </p:nvSpPr>
          <p:spPr>
            <a:xfrm>
              <a:off x="6678303" y="6042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70"/>
            <p:cNvSpPr/>
            <p:nvPr/>
          </p:nvSpPr>
          <p:spPr>
            <a:xfrm>
              <a:off x="7232263" y="5425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71"/>
            <p:cNvSpPr/>
            <p:nvPr/>
          </p:nvSpPr>
          <p:spPr>
            <a:xfrm>
              <a:off x="6826026" y="4560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72"/>
            <p:cNvSpPr/>
            <p:nvPr/>
          </p:nvSpPr>
          <p:spPr>
            <a:xfrm>
              <a:off x="6235135" y="5501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73"/>
            <p:cNvSpPr/>
            <p:nvPr/>
          </p:nvSpPr>
          <p:spPr>
            <a:xfrm>
              <a:off x="7121471" y="549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74"/>
            <p:cNvSpPr/>
            <p:nvPr/>
          </p:nvSpPr>
          <p:spPr>
            <a:xfrm>
              <a:off x="6826026" y="490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75"/>
            <p:cNvSpPr/>
            <p:nvPr/>
          </p:nvSpPr>
          <p:spPr>
            <a:xfrm>
              <a:off x="6272065" y="4728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76"/>
            <p:cNvSpPr/>
            <p:nvPr/>
          </p:nvSpPr>
          <p:spPr>
            <a:xfrm>
              <a:off x="6308996" y="607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77"/>
            <p:cNvSpPr/>
            <p:nvPr/>
          </p:nvSpPr>
          <p:spPr>
            <a:xfrm>
              <a:off x="6198204" y="549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78"/>
            <p:cNvSpPr/>
            <p:nvPr/>
          </p:nvSpPr>
          <p:spPr>
            <a:xfrm>
              <a:off x="7416917" y="5369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79"/>
            <p:cNvSpPr/>
            <p:nvPr/>
          </p:nvSpPr>
          <p:spPr>
            <a:xfrm>
              <a:off x="5828897" y="6065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80"/>
            <p:cNvSpPr/>
            <p:nvPr/>
          </p:nvSpPr>
          <p:spPr>
            <a:xfrm>
              <a:off x="6936818" y="5907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81"/>
            <p:cNvSpPr/>
            <p:nvPr/>
          </p:nvSpPr>
          <p:spPr>
            <a:xfrm>
              <a:off x="6456719" y="600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82"/>
            <p:cNvSpPr/>
            <p:nvPr/>
          </p:nvSpPr>
          <p:spPr>
            <a:xfrm>
              <a:off x="6826026" y="603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83"/>
            <p:cNvSpPr/>
            <p:nvPr/>
          </p:nvSpPr>
          <p:spPr>
            <a:xfrm>
              <a:off x="7047610" y="6019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84"/>
            <p:cNvSpPr/>
            <p:nvPr/>
          </p:nvSpPr>
          <p:spPr>
            <a:xfrm>
              <a:off x="6641372" y="516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85"/>
            <p:cNvSpPr/>
            <p:nvPr/>
          </p:nvSpPr>
          <p:spPr>
            <a:xfrm>
              <a:off x="7084541" y="536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86"/>
            <p:cNvSpPr/>
            <p:nvPr/>
          </p:nvSpPr>
          <p:spPr>
            <a:xfrm>
              <a:off x="6899887" y="604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87"/>
            <p:cNvSpPr/>
            <p:nvPr/>
          </p:nvSpPr>
          <p:spPr>
            <a:xfrm>
              <a:off x="7379986" y="6024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88"/>
            <p:cNvSpPr/>
            <p:nvPr/>
          </p:nvSpPr>
          <p:spPr>
            <a:xfrm>
              <a:off x="6789095" y="5121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89"/>
            <p:cNvSpPr/>
            <p:nvPr/>
          </p:nvSpPr>
          <p:spPr>
            <a:xfrm>
              <a:off x="6973748" y="600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90"/>
            <p:cNvSpPr/>
            <p:nvPr/>
          </p:nvSpPr>
          <p:spPr>
            <a:xfrm>
              <a:off x="6862956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91"/>
            <p:cNvSpPr/>
            <p:nvPr/>
          </p:nvSpPr>
          <p:spPr>
            <a:xfrm>
              <a:off x="6308996" y="5978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92"/>
            <p:cNvSpPr/>
            <p:nvPr/>
          </p:nvSpPr>
          <p:spPr>
            <a:xfrm>
              <a:off x="6678303" y="602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93"/>
            <p:cNvSpPr/>
            <p:nvPr/>
          </p:nvSpPr>
          <p:spPr>
            <a:xfrm>
              <a:off x="6567511" y="6038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94"/>
            <p:cNvSpPr/>
            <p:nvPr/>
          </p:nvSpPr>
          <p:spPr>
            <a:xfrm>
              <a:off x="6899887" y="528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95"/>
            <p:cNvSpPr/>
            <p:nvPr/>
          </p:nvSpPr>
          <p:spPr>
            <a:xfrm>
              <a:off x="6308996" y="5587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96"/>
            <p:cNvSpPr/>
            <p:nvPr/>
          </p:nvSpPr>
          <p:spPr>
            <a:xfrm>
              <a:off x="7047610" y="540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97"/>
            <p:cNvSpPr/>
            <p:nvPr/>
          </p:nvSpPr>
          <p:spPr>
            <a:xfrm>
              <a:off x="7269194" y="5959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98"/>
            <p:cNvSpPr/>
            <p:nvPr/>
          </p:nvSpPr>
          <p:spPr>
            <a:xfrm>
              <a:off x="6789095" y="5942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99"/>
            <p:cNvSpPr/>
            <p:nvPr/>
          </p:nvSpPr>
          <p:spPr>
            <a:xfrm>
              <a:off x="7453847" y="4311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100"/>
            <p:cNvSpPr/>
            <p:nvPr/>
          </p:nvSpPr>
          <p:spPr>
            <a:xfrm>
              <a:off x="7306125" y="6073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101"/>
            <p:cNvSpPr/>
            <p:nvPr/>
          </p:nvSpPr>
          <p:spPr>
            <a:xfrm>
              <a:off x="6899887" y="449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102"/>
            <p:cNvSpPr/>
            <p:nvPr/>
          </p:nvSpPr>
          <p:spPr>
            <a:xfrm>
              <a:off x="7416917" y="6026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103"/>
            <p:cNvSpPr/>
            <p:nvPr/>
          </p:nvSpPr>
          <p:spPr>
            <a:xfrm>
              <a:off x="6862956" y="605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104"/>
            <p:cNvSpPr/>
            <p:nvPr/>
          </p:nvSpPr>
          <p:spPr>
            <a:xfrm>
              <a:off x="7379986" y="5751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105"/>
            <p:cNvSpPr/>
            <p:nvPr/>
          </p:nvSpPr>
          <p:spPr>
            <a:xfrm>
              <a:off x="7232263" y="605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106"/>
            <p:cNvSpPr/>
            <p:nvPr/>
          </p:nvSpPr>
          <p:spPr>
            <a:xfrm>
              <a:off x="6382857" y="585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107"/>
            <p:cNvSpPr/>
            <p:nvPr/>
          </p:nvSpPr>
          <p:spPr>
            <a:xfrm>
              <a:off x="7121471" y="597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108"/>
            <p:cNvSpPr/>
            <p:nvPr/>
          </p:nvSpPr>
          <p:spPr>
            <a:xfrm>
              <a:off x="6899887" y="5995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109"/>
            <p:cNvSpPr/>
            <p:nvPr/>
          </p:nvSpPr>
          <p:spPr>
            <a:xfrm>
              <a:off x="6493649" y="5926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110"/>
            <p:cNvSpPr/>
            <p:nvPr/>
          </p:nvSpPr>
          <p:spPr>
            <a:xfrm>
              <a:off x="5570382" y="592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111"/>
            <p:cNvSpPr/>
            <p:nvPr/>
          </p:nvSpPr>
          <p:spPr>
            <a:xfrm>
              <a:off x="7084541" y="549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112"/>
            <p:cNvSpPr/>
            <p:nvPr/>
          </p:nvSpPr>
          <p:spPr>
            <a:xfrm>
              <a:off x="5902758" y="53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113"/>
            <p:cNvSpPr/>
            <p:nvPr/>
          </p:nvSpPr>
          <p:spPr>
            <a:xfrm>
              <a:off x="8635629" y="5870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114"/>
            <p:cNvSpPr/>
            <p:nvPr/>
          </p:nvSpPr>
          <p:spPr>
            <a:xfrm>
              <a:off x="7601570" y="437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115"/>
            <p:cNvSpPr/>
            <p:nvPr/>
          </p:nvSpPr>
          <p:spPr>
            <a:xfrm>
              <a:off x="6456719" y="6021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116"/>
            <p:cNvSpPr/>
            <p:nvPr/>
          </p:nvSpPr>
          <p:spPr>
            <a:xfrm>
              <a:off x="6899887" y="4954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117"/>
            <p:cNvSpPr/>
            <p:nvPr/>
          </p:nvSpPr>
          <p:spPr>
            <a:xfrm>
              <a:off x="7232263" y="6080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118"/>
            <p:cNvSpPr/>
            <p:nvPr/>
          </p:nvSpPr>
          <p:spPr>
            <a:xfrm>
              <a:off x="7047610" y="606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119"/>
            <p:cNvSpPr/>
            <p:nvPr/>
          </p:nvSpPr>
          <p:spPr>
            <a:xfrm>
              <a:off x="6456719" y="5600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120"/>
            <p:cNvSpPr/>
            <p:nvPr/>
          </p:nvSpPr>
          <p:spPr>
            <a:xfrm>
              <a:off x="6936818" y="591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121"/>
            <p:cNvSpPr/>
            <p:nvPr/>
          </p:nvSpPr>
          <p:spPr>
            <a:xfrm>
              <a:off x="7010679" y="6050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tx122"/>
            <p:cNvSpPr/>
            <p:nvPr/>
          </p:nvSpPr>
          <p:spPr>
            <a:xfrm>
              <a:off x="5114381" y="6114279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99" name="tx123"/>
            <p:cNvSpPr/>
            <p:nvPr/>
          </p:nvSpPr>
          <p:spPr>
            <a:xfrm>
              <a:off x="4901234" y="5568804"/>
              <a:ext cx="28419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5000</a:t>
              </a:r>
            </a:p>
          </p:txBody>
        </p:sp>
        <p:sp>
          <p:nvSpPr>
            <p:cNvPr id="300" name="tx124"/>
            <p:cNvSpPr/>
            <p:nvPr/>
          </p:nvSpPr>
          <p:spPr>
            <a:xfrm>
              <a:off x="4830185" y="5023329"/>
              <a:ext cx="35524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10000</a:t>
              </a:r>
            </a:p>
          </p:txBody>
        </p:sp>
        <p:sp>
          <p:nvSpPr>
            <p:cNvPr id="301" name="tx125"/>
            <p:cNvSpPr/>
            <p:nvPr/>
          </p:nvSpPr>
          <p:spPr>
            <a:xfrm>
              <a:off x="4830185" y="4477854"/>
              <a:ext cx="35524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15000</a:t>
              </a:r>
            </a:p>
          </p:txBody>
        </p:sp>
        <p:sp>
          <p:nvSpPr>
            <p:cNvPr id="302" name="pl126"/>
            <p:cNvSpPr/>
            <p:nvPr/>
          </p:nvSpPr>
          <p:spPr>
            <a:xfrm>
              <a:off x="5213265" y="61550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127"/>
            <p:cNvSpPr/>
            <p:nvPr/>
          </p:nvSpPr>
          <p:spPr>
            <a:xfrm>
              <a:off x="5213265" y="5609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128"/>
            <p:cNvSpPr/>
            <p:nvPr/>
          </p:nvSpPr>
          <p:spPr>
            <a:xfrm>
              <a:off x="5213265" y="50640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129"/>
            <p:cNvSpPr/>
            <p:nvPr/>
          </p:nvSpPr>
          <p:spPr>
            <a:xfrm>
              <a:off x="5213265" y="45185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130"/>
            <p:cNvSpPr/>
            <p:nvPr/>
          </p:nvSpPr>
          <p:spPr>
            <a:xfrm>
              <a:off x="5299763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131"/>
            <p:cNvSpPr/>
            <p:nvPr/>
          </p:nvSpPr>
          <p:spPr>
            <a:xfrm>
              <a:off x="6223030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132"/>
            <p:cNvSpPr/>
            <p:nvPr/>
          </p:nvSpPr>
          <p:spPr>
            <a:xfrm>
              <a:off x="7146297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133"/>
            <p:cNvSpPr/>
            <p:nvPr/>
          </p:nvSpPr>
          <p:spPr>
            <a:xfrm>
              <a:off x="8069564" y="62038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tx134"/>
            <p:cNvSpPr/>
            <p:nvPr/>
          </p:nvSpPr>
          <p:spPr>
            <a:xfrm>
              <a:off x="5175450" y="6266515"/>
              <a:ext cx="24862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57.5</a:t>
              </a:r>
            </a:p>
          </p:txBody>
        </p:sp>
        <p:sp>
          <p:nvSpPr>
            <p:cNvPr id="311" name="tx135"/>
            <p:cNvSpPr/>
            <p:nvPr/>
          </p:nvSpPr>
          <p:spPr>
            <a:xfrm>
              <a:off x="6098717" y="6266515"/>
              <a:ext cx="24862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60.0</a:t>
              </a:r>
            </a:p>
          </p:txBody>
        </p:sp>
        <p:sp>
          <p:nvSpPr>
            <p:cNvPr id="312" name="tx136"/>
            <p:cNvSpPr/>
            <p:nvPr/>
          </p:nvSpPr>
          <p:spPr>
            <a:xfrm>
              <a:off x="7021984" y="6266515"/>
              <a:ext cx="24862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62.5</a:t>
              </a:r>
            </a:p>
          </p:txBody>
        </p:sp>
        <p:sp>
          <p:nvSpPr>
            <p:cNvPr id="313" name="tx137"/>
            <p:cNvSpPr/>
            <p:nvPr/>
          </p:nvSpPr>
          <p:spPr>
            <a:xfrm>
              <a:off x="7945252" y="6266515"/>
              <a:ext cx="248625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65.0</a:t>
              </a:r>
            </a:p>
          </p:txBody>
        </p:sp>
        <p:sp>
          <p:nvSpPr>
            <p:cNvPr id="314" name="tx138"/>
            <p:cNvSpPr/>
            <p:nvPr/>
          </p:nvSpPr>
          <p:spPr>
            <a:xfrm>
              <a:off x="6832188" y="6406008"/>
              <a:ext cx="406633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depth</a:t>
              </a:r>
            </a:p>
          </p:txBody>
        </p:sp>
        <p:sp>
          <p:nvSpPr>
            <p:cNvPr id="315" name="tx139"/>
            <p:cNvSpPr/>
            <p:nvPr/>
          </p:nvSpPr>
          <p:spPr>
            <a:xfrm rot="-5400000">
              <a:off x="4541507" y="5131775"/>
              <a:ext cx="3477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price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pix</cp:lastModifiedBy>
  <cp:revision>3</cp:revision>
  <dcterms:created xsi:type="dcterms:W3CDTF">2017-02-13T16:18:36Z</dcterms:created>
  <dcterms:modified xsi:type="dcterms:W3CDTF">2026-01-17T17:28:38Z</dcterms:modified>
  <cp:category/>
</cp:coreProperties>
</file>