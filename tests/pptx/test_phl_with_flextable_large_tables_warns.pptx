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"/>
          <p:cNvGraphicFramePr>
            <a:graphicFrameLocks noGrp="true"/>
          </p:cNvGraphicFramePr>
          <p:nvPr/>
        </p:nvGraphicFramePr>
        <p:xfrm rot="0">
          <a:off x="251460" y="251460"/>
          <a:ext cx="3657600" cy="2743200"/>
        </p:xfrm>
        <a:graphic>
          <a:graphicData uri="http://schemas.openxmlformats.org/drawingml/2006/table">
            <a:tbl>
              <a:tblPr/>
              <a:tblGrid>
                <a:gridCol w="936607"/>
                <a:gridCol w="873765"/>
                <a:gridCol w="904646"/>
                <a:gridCol w="841804"/>
                <a:gridCol w="740858"/>
              </a:tblGrid>
              <a:tr h="27995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Sepal.Length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Sepal.Width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Petal.Length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Petal.Width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Species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7995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4.3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setosa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7995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setosa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7995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virginica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7995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setosa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7995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virginica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7995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virginica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7995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versicolor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7995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versicolor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7995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virginica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7995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6.1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versicolor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51460" y="3451860"/>
          <a:ext cx="3657600" cy="2743200"/>
        </p:xfrm>
        <a:graphic>
          <a:graphicData uri="http://schemas.openxmlformats.org/drawingml/2006/table">
            <a:tbl>
              <a:tblPr/>
              <a:tblGrid>
                <a:gridCol w="944028"/>
                <a:gridCol w="875135"/>
                <a:gridCol w="908989"/>
                <a:gridCol w="840096"/>
                <a:gridCol w="729432"/>
              </a:tblGrid>
              <a:tr h="286789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Sepal.Length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Sepal.Width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Petal.Length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Petal.Width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Species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6789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4.3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setosa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6789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setosa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6789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virginica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6789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setosa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6789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virginica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6789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virginica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6789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versicolor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6789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versicolor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6789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virginica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6789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6.1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6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versicolor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4594860" y="251460"/>
          <a:ext cx="3657600" cy="2743200"/>
        </p:xfrm>
        <a:graphic>
          <a:graphicData uri="http://schemas.openxmlformats.org/drawingml/2006/table">
            <a:tbl>
              <a:tblPr/>
              <a:tblGrid>
                <a:gridCol w="936607"/>
                <a:gridCol w="873765"/>
                <a:gridCol w="904646"/>
                <a:gridCol w="841804"/>
                <a:gridCol w="740858"/>
              </a:tblGrid>
              <a:tr h="27995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Sepal.Length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Sepal.Width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Petal.Length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Petal.Width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Species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7995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4.3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setosa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7995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setosa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7995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virginica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7995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setosa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7995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virginica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7995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virginica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7995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versicolor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7995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versicolor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7995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virginica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7995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6.1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versicolor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94860" y="3451860"/>
          <a:ext cx="3657600" cy="2743200"/>
        </p:xfrm>
        <a:graphic>
          <a:graphicData uri="http://schemas.openxmlformats.org/drawingml/2006/table">
            <a:tbl>
              <a:tblPr/>
              <a:tblGrid>
                <a:gridCol w="1028700"/>
                <a:gridCol w="1028700"/>
                <a:gridCol w="1028700"/>
                <a:gridCol w="1028700"/>
                <a:gridCol w="1028700"/>
              </a:tblGrid>
              <a:tr h="41992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Sepal.Length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Sepal.Width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Petal.Length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Petal.Width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Species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992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4.3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setosa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992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setosa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992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virginica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992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setosa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992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virginica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992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virginica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992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versicolor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992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versicolor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992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virginica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992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6.1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versicolor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pix</cp:lastModifiedBy>
  <cp:revision>3</cp:revision>
  <dcterms:created xsi:type="dcterms:W3CDTF">2017-02-13T16:18:36Z</dcterms:created>
  <dcterms:modified xsi:type="dcterms:W3CDTF">2026-01-17T17:28:20Z</dcterms:modified>
  <cp:category/>
</cp:coreProperties>
</file>